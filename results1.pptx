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0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D49FB-C229-74FD-5D49-12F2004D7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5176D-8B1A-6209-9F56-DC1865C30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B3C9A-6D99-3568-C217-3D5F6BD65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FA32-C882-4288-9F21-CFE811778A84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7201C-9AD8-979B-8A69-65521B45E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378B6-BAA7-1EA0-C729-93CAE4AB7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D487-B272-4933-BF64-C18FC4AC8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527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B29D0-B04B-BF87-91E8-6FCA1A91F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E6C3F-8CF2-BB88-ADBE-0A13CE1FE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7CC56-E1D9-776A-DDA3-A3985AAF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FA32-C882-4288-9F21-CFE811778A84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10B42-2657-429B-0762-2E3C582EF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E34E4-DCF4-C63E-9B7C-7DBC86B1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D487-B272-4933-BF64-C18FC4AC8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20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F1AF6-0310-D417-6E12-6DD3193FF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5B1DE-1F64-8E8E-8404-9B866354D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BB60F-9903-2161-AC94-C1C28972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FA32-C882-4288-9F21-CFE811778A84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4E81E-B305-F6C6-005A-D3CA21D2F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5FE75-62DF-A44C-082D-EA0A42394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D487-B272-4933-BF64-C18FC4AC8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62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19773-E4A8-0751-C5C1-9FC52016B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5066E-CB18-BF98-73D0-EA3A703D03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A3A3F-2A3A-8279-9250-7F01E6CB4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08120-AE10-4A3C-F2EF-B4AE61F42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FA32-C882-4288-9F21-CFE811778A84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514F0-1C02-C20C-5F75-D6B43329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964D1-B2C9-3955-08A7-96C296F6F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D487-B272-4933-BF64-C18FC4AC8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442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54912-33AE-D61A-274F-B23C83639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CE28D-382F-01D8-D079-201FD9A99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A4E7B0-B1DF-B42E-BDA5-D44F4ED9F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B0F3F6-3DBA-255A-F412-53DBF71A29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BF4F25-35B7-9C4A-DBE7-E2644EE960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0A029C-29D4-3F0C-9D01-AEF436306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FA32-C882-4288-9F21-CFE811778A84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DE76B6-4A0C-6783-DE1B-C2B667A88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40AE5B-B853-4606-F168-AD7ED6AF6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D487-B272-4933-BF64-C18FC4AC8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925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87BA-FE92-1E35-4DBB-1548660FB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876031-7DBB-247F-A28F-6F60B8DE9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FA32-C882-4288-9F21-CFE811778A84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DD457A-127E-3445-3273-4635AB5D6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FCF978-8674-4459-945F-FA386D6B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D487-B272-4933-BF64-C18FC4AC8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61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A5DB59-D3EE-7705-9577-ABFF30C17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FA32-C882-4288-9F21-CFE811778A84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7157C5-D7E4-9C52-8523-283F7C4EE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2D6BC-EC30-0AB7-18E9-D7EC1196F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D487-B272-4933-BF64-C18FC4AC8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057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AE2C4-2485-FDC3-5417-1A82A24F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6610A-C243-250F-E49F-92811457C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22C96-FE81-E9B9-3C2C-2B79A271D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17BA9-1A36-BF7D-D3A3-3FA41F739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FA32-C882-4288-9F21-CFE811778A84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62B2C-FAAA-A1D4-CCDF-5FDD8E87D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F1099-56BC-5B79-3CD6-D3D1EA1F0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D487-B272-4933-BF64-C18FC4AC8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610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0C454-FAE1-E135-897C-171E55676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2B0189-7FE8-5B84-6114-03ED7F5D20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E325AC-4369-9019-6B38-A489C3FB6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6FB11-72D2-B275-0ED0-85A5A821C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FA32-C882-4288-9F21-CFE811778A84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DA51CB-434D-C913-403C-AEA136298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90EF8-5DC6-21C0-682A-098D341AE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D487-B272-4933-BF64-C18FC4AC8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518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78200-03CA-9C13-A658-B87DEB353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D68BC9-C3CD-8904-4ECC-0B6223A3F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6ECF3-9F40-7A35-CB53-3153127E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FA32-C882-4288-9F21-CFE811778A84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D2AC4-B55D-664A-B21D-E2A3B458C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4F34C-F2B3-B3E9-DC29-8785E77D5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D487-B272-4933-BF64-C18FC4AC8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431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31AC6C-0EFF-07F0-5BB7-5C197AE50C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2920E-4047-2657-D631-F607E0275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1722D-4B64-AFFF-FAF1-72D7CCD2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FA32-C882-4288-9F21-CFE811778A84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47558-0601-8B5D-46B7-20B2411D8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05A83-3B7C-D0FD-841E-5D26D7A1C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DD487-B272-4933-BF64-C18FC4AC8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615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995D75-9DDD-86FA-D7B7-15AB5BD38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8D68C-9690-323A-D2AA-5F1BDE7A7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378CA-66DB-0C2C-E87A-2EBB1E0F5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10FA32-C882-4288-9F21-CFE811778A84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7B489-2F31-CE0D-A53F-256092B8F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3D755-030F-E608-6DD1-2324E7874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EDD487-B272-4933-BF64-C18FC4AC8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457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2653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54EE68-4927-A6EC-DDE7-E8C557225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044" y="312444"/>
            <a:ext cx="8415912" cy="623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01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31B415-4006-D564-720F-4E2619C68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66" y="643466"/>
            <a:ext cx="752846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051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287554-9A69-37F5-7254-2E559B924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66" y="643466"/>
            <a:ext cx="752846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829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744258-10D8-F3C4-F5DE-AC2C33B2E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768" y="643466"/>
            <a:ext cx="7528464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5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9F575-5C14-A0C0-20C6-CF1E17D99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Next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B7E1B-8AC2-0040-975D-14A80D8B3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Finish setting-up Reflective RIS (R-RIS) and the receiver</a:t>
            </a:r>
          </a:p>
          <a:p>
            <a:r>
              <a:rPr lang="en-IN" dirty="0"/>
              <a:t>Check their functionality</a:t>
            </a:r>
          </a:p>
        </p:txBody>
      </p:sp>
    </p:spTree>
    <p:extLst>
      <p:ext uri="{BB962C8B-B14F-4D97-AF65-F5344CB8AC3E}">
        <p14:creationId xmlns:p14="http://schemas.microsoft.com/office/powerpoint/2010/main" val="753674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24EDD8-E650-B134-EE72-216842EAC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738" y="0"/>
            <a:ext cx="70545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269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0DCD57-06B3-4B57-3E78-31C4DA0E9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8966"/>
            <a:ext cx="12192000" cy="474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119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</Words>
  <Application>Microsoft Office PowerPoint</Application>
  <PresentationFormat>Widescreen</PresentationFormat>
  <Paragraphs>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Tasks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Mohan Neelamraju</dc:creator>
  <cp:lastModifiedBy>Pavan Mohan Neelamraju</cp:lastModifiedBy>
  <cp:revision>3</cp:revision>
  <dcterms:created xsi:type="dcterms:W3CDTF">2026-05-18T09:29:27Z</dcterms:created>
  <dcterms:modified xsi:type="dcterms:W3CDTF">2026-05-26T12:29:53Z</dcterms:modified>
</cp:coreProperties>
</file>